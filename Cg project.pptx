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9" r:id="rId1"/>
  </p:sldMasterIdLst>
  <p:sldIdLst>
    <p:sldId id="256" r:id="rId2"/>
    <p:sldId id="258" r:id="rId3"/>
    <p:sldId id="259" r:id="rId4"/>
    <p:sldId id="260"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4159139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327437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221666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4A473A-1D45-48B9-9C51-3D05B2FA24ED}"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2379842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4A473A-1D45-48B9-9C51-3D05B2FA24ED}" type="datetimeFigureOut">
              <a:rPr lang="en-US" smtClean="0"/>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908526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4A473A-1D45-48B9-9C51-3D05B2FA24ED}" type="datetimeFigureOut">
              <a:rPr lang="en-US" smtClean="0"/>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932349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4A473A-1D45-48B9-9C51-3D05B2FA24ED}" type="datetimeFigureOut">
              <a:rPr lang="en-US" smtClean="0"/>
              <a:t>2/28/2026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823538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4A473A-1D45-48B9-9C51-3D05B2FA24ED}"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3858379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4A473A-1D45-48B9-9C51-3D05B2FA24ED}"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1158430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4A473A-1D45-48B9-9C51-3D05B2FA24ED}"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3877642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2695193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33326644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31990602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797947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17723243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24567346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4A473A-1D45-48B9-9C51-3D05B2FA24ED}"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5CA2-91C0-47C1-B80D-917195E6F0C0}" type="slidenum">
              <a:rPr lang="en-US" smtClean="0"/>
              <a:t>‹#›</a:t>
            </a:fld>
            <a:endParaRPr lang="en-US"/>
          </a:p>
        </p:txBody>
      </p:sp>
    </p:spTree>
    <p:extLst>
      <p:ext uri="{BB962C8B-B14F-4D97-AF65-F5344CB8AC3E}">
        <p14:creationId xmlns:p14="http://schemas.microsoft.com/office/powerpoint/2010/main" val="1398633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74A473A-1D45-48B9-9C51-3D05B2FA24ED}" type="datetimeFigureOut">
              <a:rPr lang="en-US" smtClean="0"/>
              <a:t>2/28/2026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035CA2-91C0-47C1-B80D-917195E6F0C0}" type="slidenum">
              <a:rPr lang="en-US" smtClean="0"/>
              <a:t>‹#›</a:t>
            </a:fld>
            <a:endParaRPr lang="en-US"/>
          </a:p>
        </p:txBody>
      </p:sp>
    </p:spTree>
    <p:extLst>
      <p:ext uri="{BB962C8B-B14F-4D97-AF65-F5344CB8AC3E}">
        <p14:creationId xmlns:p14="http://schemas.microsoft.com/office/powerpoint/2010/main" val="1485245849"/>
      </p:ext>
    </p:extLst>
  </p:cSld>
  <p:clrMap bg1="lt1" tx1="dk1" bg2="lt2" tx2="dk2" accent1="accent1" accent2="accent2" accent3="accent3" accent4="accent4" accent5="accent5" accent6="accent6" hlink="hlink" folHlink="folHlink"/>
  <p:sldLayoutIdLst>
    <p:sldLayoutId id="2147483900" r:id="rId1"/>
    <p:sldLayoutId id="2147483901" r:id="rId2"/>
    <p:sldLayoutId id="2147483902" r:id="rId3"/>
    <p:sldLayoutId id="2147483903" r:id="rId4"/>
    <p:sldLayoutId id="2147483904" r:id="rId5"/>
    <p:sldLayoutId id="2147483905" r:id="rId6"/>
    <p:sldLayoutId id="2147483906" r:id="rId7"/>
    <p:sldLayoutId id="2147483907" r:id="rId8"/>
    <p:sldLayoutId id="2147483908" r:id="rId9"/>
    <p:sldLayoutId id="2147483909" r:id="rId10"/>
    <p:sldLayoutId id="2147483910" r:id="rId11"/>
    <p:sldLayoutId id="2147483911" r:id="rId12"/>
    <p:sldLayoutId id="2147483912" r:id="rId13"/>
    <p:sldLayoutId id="2147483913" r:id="rId14"/>
    <p:sldLayoutId id="2147483914" r:id="rId15"/>
    <p:sldLayoutId id="2147483915" r:id="rId16"/>
    <p:sldLayoutId id="2147483916"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7904E-DA61-487D-985F-95D0FDCBBE9A}"/>
              </a:ext>
            </a:extLst>
          </p:cNvPr>
          <p:cNvSpPr>
            <a:spLocks noGrp="1"/>
          </p:cNvSpPr>
          <p:nvPr>
            <p:ph type="ctrTitle"/>
          </p:nvPr>
        </p:nvSpPr>
        <p:spPr/>
        <p:txBody>
          <a:bodyPr/>
          <a:lstStyle/>
          <a:p>
            <a:r>
              <a:rPr lang="en-US" dirty="0"/>
              <a:t>Cg project</a:t>
            </a:r>
          </a:p>
        </p:txBody>
      </p:sp>
      <p:sp>
        <p:nvSpPr>
          <p:cNvPr id="3" name="Subtitle 2">
            <a:extLst>
              <a:ext uri="{FF2B5EF4-FFF2-40B4-BE49-F238E27FC236}">
                <a16:creationId xmlns:a16="http://schemas.microsoft.com/office/drawing/2014/main" id="{0FD13AD4-D443-47C1-BE9C-9F26B8C3A39C}"/>
              </a:ext>
            </a:extLst>
          </p:cNvPr>
          <p:cNvSpPr>
            <a:spLocks noGrp="1"/>
          </p:cNvSpPr>
          <p:nvPr>
            <p:ph type="subTitle" idx="1"/>
          </p:nvPr>
        </p:nvSpPr>
        <p:spPr/>
        <p:txBody>
          <a:bodyPr/>
          <a:lstStyle/>
          <a:p>
            <a:r>
              <a:rPr lang="en-US" dirty="0"/>
              <a:t>Yaman Alrifai </a:t>
            </a:r>
          </a:p>
        </p:txBody>
      </p:sp>
    </p:spTree>
    <p:extLst>
      <p:ext uri="{BB962C8B-B14F-4D97-AF65-F5344CB8AC3E}">
        <p14:creationId xmlns:p14="http://schemas.microsoft.com/office/powerpoint/2010/main" val="71301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4A6B5-9634-4612-BB2A-10B60B46869E}"/>
              </a:ext>
            </a:extLst>
          </p:cNvPr>
          <p:cNvSpPr>
            <a:spLocks noGrp="1"/>
          </p:cNvSpPr>
          <p:nvPr>
            <p:ph type="title"/>
          </p:nvPr>
        </p:nvSpPr>
        <p:spPr/>
        <p:txBody>
          <a:bodyPr/>
          <a:lstStyle/>
          <a:p>
            <a:r>
              <a:rPr lang="ar-SA" dirty="0"/>
              <a:t>فكرة المشروع</a:t>
            </a:r>
            <a:endParaRPr lang="en-US" dirty="0"/>
          </a:p>
        </p:txBody>
      </p:sp>
      <p:sp>
        <p:nvSpPr>
          <p:cNvPr id="7" name="Content Placeholder 6">
            <a:extLst>
              <a:ext uri="{FF2B5EF4-FFF2-40B4-BE49-F238E27FC236}">
                <a16:creationId xmlns:a16="http://schemas.microsoft.com/office/drawing/2014/main" id="{DAFD3E74-46A7-49ED-8700-69EDE27D6748}"/>
              </a:ext>
            </a:extLst>
          </p:cNvPr>
          <p:cNvSpPr>
            <a:spLocks noGrp="1"/>
          </p:cNvSpPr>
          <p:nvPr>
            <p:ph idx="1"/>
          </p:nvPr>
        </p:nvSpPr>
        <p:spPr/>
        <p:txBody>
          <a:bodyPr/>
          <a:lstStyle/>
          <a:p>
            <a:pPr algn="r"/>
            <a:r>
              <a:rPr lang="ar-SA" dirty="0"/>
              <a:t>منظر طبيعي لليل و النهار</a:t>
            </a:r>
            <a:r>
              <a:rPr lang="en-US" dirty="0"/>
              <a:t> </a:t>
            </a:r>
            <a:r>
              <a:rPr lang="ar-SA" dirty="0"/>
              <a:t> </a:t>
            </a:r>
            <a:r>
              <a:rPr lang="en-US" dirty="0"/>
              <a:t>2d </a:t>
            </a:r>
            <a:endParaRPr lang="ar-SA" dirty="0"/>
          </a:p>
          <a:p>
            <a:pPr algn="r"/>
            <a:r>
              <a:rPr lang="ar-SA" dirty="0"/>
              <a:t>حلقة </a:t>
            </a:r>
            <a:r>
              <a:rPr lang="en-US" dirty="0"/>
              <a:t>for </a:t>
            </a:r>
            <a:r>
              <a:rPr lang="ar-SA" dirty="0"/>
              <a:t> داخل </a:t>
            </a:r>
            <a:r>
              <a:rPr lang="en-US" dirty="0"/>
              <a:t>drawCircle</a:t>
            </a:r>
          </a:p>
          <a:p>
            <a:pPr algn="r"/>
            <a:r>
              <a:rPr lang="en-US" dirty="0"/>
              <a:t>→ </a:t>
            </a:r>
            <a:r>
              <a:rPr lang="ar-SA" dirty="0"/>
              <a:t>لرسم الدائرة عن طريق تقسيمها إلى </a:t>
            </a:r>
            <a:r>
              <a:rPr lang="en-US" dirty="0"/>
              <a:t>Segments </a:t>
            </a:r>
            <a:r>
              <a:rPr lang="ar-SA" dirty="0"/>
              <a:t>باستخدام </a:t>
            </a:r>
            <a:r>
              <a:rPr lang="en-US" dirty="0"/>
              <a:t>sin </a:t>
            </a:r>
            <a:r>
              <a:rPr lang="ar-SA" dirty="0"/>
              <a:t>و </a:t>
            </a:r>
            <a:r>
              <a:rPr lang="en-US" dirty="0"/>
              <a:t>cos</a:t>
            </a:r>
          </a:p>
          <a:p>
            <a:pPr algn="r"/>
            <a:r>
              <a:rPr lang="ar-SA" dirty="0"/>
              <a:t>حلقة </a:t>
            </a:r>
            <a:r>
              <a:rPr lang="en-US" dirty="0"/>
              <a:t>for </a:t>
            </a:r>
            <a:r>
              <a:rPr lang="ar-SA" dirty="0"/>
              <a:t>لرسم النجوم في الليل</a:t>
            </a:r>
          </a:p>
          <a:p>
            <a:pPr algn="r"/>
            <a:r>
              <a:rPr lang="ar-SA" dirty="0"/>
              <a:t>→ تكرار رسم 20 نجمة في السماء</a:t>
            </a:r>
            <a:endParaRPr lang="en-US" dirty="0"/>
          </a:p>
        </p:txBody>
      </p:sp>
    </p:spTree>
    <p:extLst>
      <p:ext uri="{BB962C8B-B14F-4D97-AF65-F5344CB8AC3E}">
        <p14:creationId xmlns:p14="http://schemas.microsoft.com/office/powerpoint/2010/main" val="689405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3765-B11C-49B9-9B8A-026A07C3D722}"/>
              </a:ext>
            </a:extLst>
          </p:cNvPr>
          <p:cNvSpPr>
            <a:spLocks noGrp="1"/>
          </p:cNvSpPr>
          <p:nvPr>
            <p:ph type="title"/>
          </p:nvPr>
        </p:nvSpPr>
        <p:spPr/>
        <p:txBody>
          <a:bodyPr/>
          <a:lstStyle/>
          <a:p>
            <a:r>
              <a:rPr lang="ar-SA" dirty="0"/>
              <a:t>كيف يتم التحريك</a:t>
            </a:r>
            <a:endParaRPr lang="en-US" dirty="0"/>
          </a:p>
        </p:txBody>
      </p:sp>
      <p:sp>
        <p:nvSpPr>
          <p:cNvPr id="3" name="Content Placeholder 2">
            <a:extLst>
              <a:ext uri="{FF2B5EF4-FFF2-40B4-BE49-F238E27FC236}">
                <a16:creationId xmlns:a16="http://schemas.microsoft.com/office/drawing/2014/main" id="{E2A95539-BF98-46C4-BEC2-104AFC9CBE7A}"/>
              </a:ext>
            </a:extLst>
          </p:cNvPr>
          <p:cNvSpPr>
            <a:spLocks noGrp="1"/>
          </p:cNvSpPr>
          <p:nvPr>
            <p:ph idx="1"/>
          </p:nvPr>
        </p:nvSpPr>
        <p:spPr/>
        <p:txBody>
          <a:bodyPr>
            <a:normAutofit lnSpcReduction="10000"/>
          </a:bodyPr>
          <a:lstStyle/>
          <a:p>
            <a:pPr marL="0" indent="0" algn="r">
              <a:buNone/>
            </a:pPr>
            <a:r>
              <a:rPr lang="ar-SA" sz="2400" dirty="0"/>
              <a:t>أولاً، التبديل بين النهار والليل. عند الضغط على زر المسافة تتغير حالة المشهد من نهار إلى ليل أو العكس. بناءً على هذه الحالة يتغير لون السماء، تتحول الشمس إلى قمر، تختفي الغيوم والطيور، وتظهر النجوم. هذا يُعتبر تغيير حالة ديناميكي للمشهد.</a:t>
            </a:r>
          </a:p>
          <a:p>
            <a:pPr algn="r"/>
            <a:r>
              <a:rPr lang="ar-SA" sz="2400" dirty="0"/>
              <a:t>ثانياً، حركة الطيور. تم تحريك الطيور أفقياً باستخدام متغير إزاحة يتم تحديثه تدريجياً في كل إطار. هذا المتغير يُضاف إلى إحداثيات الطيور، مما يجعلها تتحرك ببطء عبر السماء. وعند وصولها إلى طرف الشاشة يتم إعادة ضبط موقعها لتستمر الحركة بشكل متكرر وسلس.</a:t>
            </a:r>
            <a:endParaRPr lang="en-US" sz="2400" dirty="0"/>
          </a:p>
        </p:txBody>
      </p:sp>
    </p:spTree>
    <p:extLst>
      <p:ext uri="{BB962C8B-B14F-4D97-AF65-F5344CB8AC3E}">
        <p14:creationId xmlns:p14="http://schemas.microsoft.com/office/powerpoint/2010/main" val="273863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1EABA-1B9B-4B3A-A913-D98BD3ABC499}"/>
              </a:ext>
            </a:extLst>
          </p:cNvPr>
          <p:cNvSpPr>
            <a:spLocks noGrp="1"/>
          </p:cNvSpPr>
          <p:nvPr>
            <p:ph type="title"/>
          </p:nvPr>
        </p:nvSpPr>
        <p:spPr/>
        <p:txBody>
          <a:bodyPr/>
          <a:lstStyle/>
          <a:p>
            <a:r>
              <a:rPr lang="ar-SA" dirty="0"/>
              <a:t>التقنيات المستخدمة</a:t>
            </a:r>
            <a:endParaRPr lang="en-US" dirty="0"/>
          </a:p>
        </p:txBody>
      </p:sp>
      <p:sp>
        <p:nvSpPr>
          <p:cNvPr id="3" name="Content Placeholder 2">
            <a:extLst>
              <a:ext uri="{FF2B5EF4-FFF2-40B4-BE49-F238E27FC236}">
                <a16:creationId xmlns:a16="http://schemas.microsoft.com/office/drawing/2014/main" id="{3A2FA0D4-6B7C-49F5-9305-6DFB4FE669A9}"/>
              </a:ext>
            </a:extLst>
          </p:cNvPr>
          <p:cNvSpPr>
            <a:spLocks noGrp="1"/>
          </p:cNvSpPr>
          <p:nvPr>
            <p:ph idx="1"/>
          </p:nvPr>
        </p:nvSpPr>
        <p:spPr/>
        <p:txBody>
          <a:bodyPr>
            <a:normAutofit fontScale="70000" lnSpcReduction="20000"/>
          </a:bodyPr>
          <a:lstStyle/>
          <a:p>
            <a:pPr algn="r"/>
            <a:r>
              <a:rPr lang="en-US" dirty="0"/>
              <a:t>OpenGL: </a:t>
            </a:r>
            <a:r>
              <a:rPr lang="ar-SA" dirty="0"/>
              <a:t>رسم أشكال أساسية</a:t>
            </a:r>
          </a:p>
          <a:p>
            <a:pPr algn="r"/>
            <a:endParaRPr lang="ar-SA" dirty="0"/>
          </a:p>
          <a:p>
            <a:pPr algn="r"/>
            <a:r>
              <a:rPr lang="en-US" dirty="0"/>
              <a:t>Immediate Mode Rendering: glBegin/glEnd، glVertex2f، glColor3f</a:t>
            </a:r>
          </a:p>
          <a:p>
            <a:pPr algn="r"/>
            <a:endParaRPr lang="en-US" dirty="0"/>
          </a:p>
          <a:p>
            <a:pPr algn="r"/>
            <a:r>
              <a:rPr lang="ar-SA" dirty="0"/>
              <a:t>التكرار: لرسم الدوائر والنجوم وإعادة رسم المشهد</a:t>
            </a:r>
          </a:p>
          <a:p>
            <a:pPr algn="r"/>
            <a:endParaRPr lang="ar-SA" dirty="0"/>
          </a:p>
          <a:p>
            <a:pPr algn="r"/>
            <a:r>
              <a:rPr lang="ar-SA" dirty="0"/>
              <a:t>المنطق والمتغيرات: حالة النهار/ليل، </a:t>
            </a:r>
            <a:r>
              <a:rPr lang="en-US" dirty="0"/>
              <a:t>Offset </a:t>
            </a:r>
            <a:r>
              <a:rPr lang="ar-SA" dirty="0"/>
              <a:t>للطيور</a:t>
            </a:r>
          </a:p>
          <a:p>
            <a:pPr algn="r"/>
            <a:endParaRPr lang="ar-SA" dirty="0"/>
          </a:p>
          <a:p>
            <a:pPr algn="r"/>
            <a:r>
              <a:rPr lang="ar-SA" dirty="0"/>
              <a:t>الحركة البسيطة: تحريك الطيور أفقي</a:t>
            </a:r>
            <a:endParaRPr lang="en-US" dirty="0"/>
          </a:p>
        </p:txBody>
      </p:sp>
    </p:spTree>
    <p:extLst>
      <p:ext uri="{BB962C8B-B14F-4D97-AF65-F5344CB8AC3E}">
        <p14:creationId xmlns:p14="http://schemas.microsoft.com/office/powerpoint/2010/main" val="863043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23220-8BA4-4C84-81A5-6CF38D59F78F}"/>
              </a:ext>
            </a:extLst>
          </p:cNvPr>
          <p:cNvSpPr>
            <a:spLocks noGrp="1"/>
          </p:cNvSpPr>
          <p:nvPr>
            <p:ph type="title"/>
          </p:nvPr>
        </p:nvSpPr>
        <p:spPr/>
        <p:txBody>
          <a:bodyPr/>
          <a:lstStyle/>
          <a:p>
            <a:r>
              <a:rPr lang="ar-SA" dirty="0"/>
              <a:t>التحديات والحلول</a:t>
            </a:r>
            <a:endParaRPr lang="en-US" dirty="0"/>
          </a:p>
        </p:txBody>
      </p:sp>
      <p:sp>
        <p:nvSpPr>
          <p:cNvPr id="3" name="Content Placeholder 2">
            <a:extLst>
              <a:ext uri="{FF2B5EF4-FFF2-40B4-BE49-F238E27FC236}">
                <a16:creationId xmlns:a16="http://schemas.microsoft.com/office/drawing/2014/main" id="{4BF0055B-F56E-40A5-9E2F-6AC459DE56DE}"/>
              </a:ext>
            </a:extLst>
          </p:cNvPr>
          <p:cNvSpPr>
            <a:spLocks noGrp="1"/>
          </p:cNvSpPr>
          <p:nvPr>
            <p:ph idx="1"/>
          </p:nvPr>
        </p:nvSpPr>
        <p:spPr/>
        <p:txBody>
          <a:bodyPr>
            <a:normAutofit/>
          </a:bodyPr>
          <a:lstStyle/>
          <a:p>
            <a:pPr algn="r"/>
            <a:r>
              <a:rPr lang="ar-SA" sz="2000" dirty="0"/>
              <a:t>التحدي: فهم كيف يتم تحريك العناصر داخل المشهد.</a:t>
            </a:r>
          </a:p>
          <a:p>
            <a:pPr algn="r"/>
            <a:r>
              <a:rPr lang="ar-SA" sz="2000" dirty="0"/>
              <a:t>المشكلة: لم نكن نعرف أين يتم تحديث حركة الطيور والانتقال بين النهار والليل.</a:t>
            </a:r>
          </a:p>
          <a:p>
            <a:pPr algn="r"/>
            <a:r>
              <a:rPr lang="ar-SA" sz="2000" dirty="0"/>
              <a:t>الحل:  اكتشفنا أن الحركة تحدث داخل الحلقة الرئيسية (</a:t>
            </a:r>
            <a:r>
              <a:rPr lang="en-US" sz="2000" dirty="0"/>
              <a:t>Render Loop) </a:t>
            </a:r>
            <a:r>
              <a:rPr lang="ar-SA" sz="2000" dirty="0"/>
              <a:t>في </a:t>
            </a:r>
            <a:r>
              <a:rPr lang="en-US" sz="2000" dirty="0"/>
              <a:t>C++، </a:t>
            </a:r>
            <a:r>
              <a:rPr lang="ar-SA" sz="2000" dirty="0"/>
              <a:t>عن طريق تحديث المتغيرات وإعادة رسم المشهد كل إطار.</a:t>
            </a:r>
          </a:p>
          <a:p>
            <a:pPr algn="r"/>
            <a:r>
              <a:rPr lang="ar-SA" sz="2000" dirty="0"/>
              <a:t>الانتقال بين النهار والليل يتم عبر متغير حالة يتحكم في ظهور الشمس/القمر، الغيوم والنجوم.</a:t>
            </a:r>
          </a:p>
          <a:p>
            <a:pPr algn="r"/>
            <a:r>
              <a:rPr lang="ar-SA" sz="2000" dirty="0"/>
              <a:t>حركة الطيور تتم عبر متغير إزاحة (</a:t>
            </a:r>
            <a:r>
              <a:rPr lang="en-US" sz="2000" dirty="0"/>
              <a:t>Offset) </a:t>
            </a:r>
            <a:r>
              <a:rPr lang="ar-SA" sz="2000" dirty="0"/>
              <a:t>يتم إضافته إلى الإحداثيات أفقياً ويتم تحديثه تدريجياً لكل إطار</a:t>
            </a:r>
            <a:endParaRPr lang="en-US" sz="2000" dirty="0"/>
          </a:p>
        </p:txBody>
      </p:sp>
    </p:spTree>
    <p:extLst>
      <p:ext uri="{BB962C8B-B14F-4D97-AF65-F5344CB8AC3E}">
        <p14:creationId xmlns:p14="http://schemas.microsoft.com/office/powerpoint/2010/main" val="3754046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99713-FB52-4822-914F-02FFC3FC6316}"/>
              </a:ext>
            </a:extLst>
          </p:cNvPr>
          <p:cNvSpPr>
            <a:spLocks noGrp="1"/>
          </p:cNvSpPr>
          <p:nvPr>
            <p:ph type="title"/>
          </p:nvPr>
        </p:nvSpPr>
        <p:spPr/>
        <p:txBody>
          <a:bodyPr/>
          <a:lstStyle/>
          <a:p>
            <a:r>
              <a:rPr lang="ar-SA" dirty="0"/>
              <a:t>الخلاصة</a:t>
            </a:r>
            <a:endParaRPr lang="en-US" dirty="0"/>
          </a:p>
        </p:txBody>
      </p:sp>
      <p:sp>
        <p:nvSpPr>
          <p:cNvPr id="3" name="Content Placeholder 2">
            <a:extLst>
              <a:ext uri="{FF2B5EF4-FFF2-40B4-BE49-F238E27FC236}">
                <a16:creationId xmlns:a16="http://schemas.microsoft.com/office/drawing/2014/main" id="{619DFD79-7E9F-4535-B7D7-E8A2EFC6CB99}"/>
              </a:ext>
            </a:extLst>
          </p:cNvPr>
          <p:cNvSpPr>
            <a:spLocks noGrp="1"/>
          </p:cNvSpPr>
          <p:nvPr>
            <p:ph idx="1"/>
          </p:nvPr>
        </p:nvSpPr>
        <p:spPr/>
        <p:txBody>
          <a:bodyPr/>
          <a:lstStyle/>
          <a:p>
            <a:pPr algn="r"/>
            <a:r>
              <a:rPr lang="ar-SA" dirty="0"/>
              <a:t>يستخدم الأشكال الهندسية فقط</a:t>
            </a:r>
          </a:p>
          <a:p>
            <a:pPr algn="r"/>
            <a:r>
              <a:rPr lang="ar-SA" dirty="0"/>
              <a:t>يحتوي على حركة وتفاعل</a:t>
            </a:r>
          </a:p>
          <a:p>
            <a:pPr algn="r"/>
            <a:r>
              <a:rPr lang="ar-SA" dirty="0"/>
              <a:t>يلتزم بمفاهيم المقرر بدون مكتبات خارجية</a:t>
            </a:r>
          </a:p>
          <a:p>
            <a:pPr algn="r"/>
            <a:r>
              <a:rPr lang="ar-SA" dirty="0"/>
              <a:t>يعطي نموذج ذو معنى وواضح للمشهد الطبيعي</a:t>
            </a:r>
            <a:endParaRPr lang="en-US" dirty="0"/>
          </a:p>
        </p:txBody>
      </p:sp>
    </p:spTree>
    <p:extLst>
      <p:ext uri="{BB962C8B-B14F-4D97-AF65-F5344CB8AC3E}">
        <p14:creationId xmlns:p14="http://schemas.microsoft.com/office/powerpoint/2010/main" val="204774909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33</TotalTime>
  <Words>295</Words>
  <Application>Microsoft Office PowerPoint</Application>
  <PresentationFormat>Widescreen</PresentationFormat>
  <Paragraphs>32</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Corbel</vt:lpstr>
      <vt:lpstr>Parallax</vt:lpstr>
      <vt:lpstr>Cg project</vt:lpstr>
      <vt:lpstr>فكرة المشروع</vt:lpstr>
      <vt:lpstr>كيف يتم التحريك</vt:lpstr>
      <vt:lpstr>التقنيات المستخدمة</vt:lpstr>
      <vt:lpstr>التحديات والحلول</vt:lpstr>
      <vt:lpstr>الخلاصة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 project</dc:title>
  <dc:creator>yaman</dc:creator>
  <cp:lastModifiedBy>yaman</cp:lastModifiedBy>
  <cp:revision>1</cp:revision>
  <dcterms:created xsi:type="dcterms:W3CDTF">2026-02-27T22:38:55Z</dcterms:created>
  <dcterms:modified xsi:type="dcterms:W3CDTF">2026-02-27T23:12:38Z</dcterms:modified>
</cp:coreProperties>
</file>